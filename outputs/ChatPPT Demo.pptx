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50" autoAdjust="0"/>
    <p:restoredTop sz="95340" autoAdjust="0"/>
  </p:normalViewPr>
  <p:slideViewPr>
    <p:cSldViewPr snapToGrid="0" snapToObjects="1" showGuides="1">
      <p:cViewPr varScale="1">
        <p:scale>
          <a:sx n="125" d="100"/>
          <a:sy n="125" d="100"/>
        </p:scale>
        <p:origin x="552" y="16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10/14/24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10/14/24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F03C4-FDB1-00F5-8F67-619C728935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6"/>
            <a:ext cx="7619947" cy="6858000"/>
            <a:chOff x="4575462" y="4136"/>
            <a:chExt cx="7619947" cy="685800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DE9364C-6EE9-E747-F3B5-9A5FA214C666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43581CD-691C-ADD3-0896-F2E1A4E855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60EB671A-33C5-FB75-F27F-0FD17B37F5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8" name="Content Placeholder 14">
              <a:extLst>
                <a:ext uri="{FF2B5EF4-FFF2-40B4-BE49-F238E27FC236}">
                  <a16:creationId xmlns:a16="http://schemas.microsoft.com/office/drawing/2014/main" id="{CC8D74CA-9208-2D40-AB11-204A1C6491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6"/>
              <a:ext cx="5652613" cy="68580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1A99F113-D7C6-17BF-B586-3529CFF21E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778153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D4661F0-027E-881F-63A9-13BFE96EB8E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28174" y="1511300"/>
            <a:ext cx="8928000" cy="5040000"/>
          </a:xfr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25312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Picture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F795324F-3564-501F-776E-1003E8C38D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35371" y="2488825"/>
            <a:ext cx="6407298" cy="3700454"/>
          </a:xfr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1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2" name="Graphic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0393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lte and Content 1 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Graphic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4" name="Content Placeholder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88437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69" r:id="rId2"/>
    <p:sldLayoutId id="2147483680" r:id="rId3"/>
    <p:sldLayoutId id="2147483676" r:id="rId4"/>
    <p:sldLayoutId id="2147483681" r:id="rId5"/>
    <p:sldLayoutId id="2147483682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AF6E7B4D-FB62-47B7-AAA7-0DEC9938DB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78D9019-7CE1-4B77-8F5D-67F6576598C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2E6C21-1752-4E06-9FE3-208D45ADB66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Arial Nova</vt:lpstr>
      <vt:lpstr>Biome</vt:lpstr>
      <vt:lpstr>Calibri</vt:lpstr>
      <vt:lpstr>Custom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ChatPPT Demo</dc:title>
  <cp:lastModifiedBy> </cp:lastModifiedBy>
  <cp:revision>12</cp:revision>
  <dcterms:created xsi:type="dcterms:W3CDTF">2024-01-05T14:58:10Z</dcterms:created>
  <dcterms:modified xsi:type="dcterms:W3CDTF">2024-10-14T13:56:56Z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